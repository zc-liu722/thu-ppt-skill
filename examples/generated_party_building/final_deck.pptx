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5nianduyanshiwengaomoban3-dangjian-media_631dbd0d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17220"/>
            <a:ext cx="8229600" cy="349758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25nianduyanshiwengaomoban5-kejizhuti-media_ac2274e5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11480"/>
            <a:ext cx="109728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85875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4472C4"/>
                </a:solidFill>
                <a:latin typeface="Microsoft YaHei"/>
              </a:rPr>
              <a:t>新时代青年党员学习汇报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0270"/>
            <a:ext cx="5029200" cy="7200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汇报人：学生党支部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5nianduyanshiwengaomoban5-kejizhuti-media_ac2274e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11480"/>
            <a:ext cx="914400" cy="514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11480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3005"/>
            <a:ext cx="3474720" cy="2828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概述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第一部分 理论学习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第二部分 组织建设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3005"/>
            <a:ext cx="3474720" cy="2828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第三部分 实践服务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第四部分 下一步安排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5943600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汇报人：学生党支部  日期：2026年3月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54867"/>
            <a:ext cx="82296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Microsoft YaHei"/>
              </a:rPr>
              <a:t>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3005"/>
            <a:ext cx="4572000" cy="2828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日期：2026年3月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本次汇报围绕党建工作与党课学习展开，重点梳理理论学习、组织建设、党员教育和实践服务四个方面。</a:t>
            </a:r>
          </a:p>
        </p:txBody>
      </p:sp>
      <p:pic>
        <p:nvPicPr>
          <p:cNvPr id="4" name="Picture 3" descr="2025nianduyanshiwengaomoban3-dangjian-media_b1074cf78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25603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32020"/>
            <a:ext cx="5943600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汇报人：学生党支部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54867"/>
            <a:ext cx="82296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Microsoft YaHei"/>
              </a:rPr>
              <a:t>第一部分 理论学习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3005"/>
            <a:ext cx="4572000" cy="2828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深入学习党的创新理论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围绕思政教育开展专题研讨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强化青年党员政治引领</a:t>
            </a:r>
          </a:p>
        </p:txBody>
      </p:sp>
      <p:pic>
        <p:nvPicPr>
          <p:cNvPr id="4" name="Picture 3" descr="2025nianduyanshiwengaomoban3-dangjian-media_1cea5f73c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25603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32020"/>
            <a:ext cx="5943600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汇报人：学生党支部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54867"/>
            <a:ext cx="82296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Microsoft YaHei"/>
              </a:rPr>
              <a:t>第二部分 组织建设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3005"/>
            <a:ext cx="4572000" cy="2828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完善支部制度与组织生活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提升党员发展质量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加强党团协同育人</a:t>
            </a:r>
          </a:p>
        </p:txBody>
      </p:sp>
      <p:pic>
        <p:nvPicPr>
          <p:cNvPr id="4" name="Picture 3" descr="2025nianduyanshiwengaomoban3-dangjian-media_44c8df23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25603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32020"/>
            <a:ext cx="5943600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汇报人：学生党支部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54867"/>
            <a:ext cx="82296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Microsoft YaHei"/>
              </a:rPr>
              <a:t>第三部分 实践服务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3005"/>
            <a:ext cx="4572000" cy="2828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开展志愿服务与社会实践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建立先锋示范岗位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形成红色主题教育案例</a:t>
            </a:r>
          </a:p>
        </p:txBody>
      </p:sp>
      <p:pic>
        <p:nvPicPr>
          <p:cNvPr id="4" name="Picture 3" descr="2025nianduyanshiwengaomoban3-dangjian-media_b9165238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25603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32020"/>
            <a:ext cx="5943600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汇报人：学生党支部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54867"/>
            <a:ext cx="82296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Microsoft YaHei"/>
              </a:rPr>
              <a:t>第四部分 下一步安排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3005"/>
            <a:ext cx="4572000" cy="2828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巩固学习成效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提升支部凝聚力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打造有特色的党建品牌</a:t>
            </a:r>
          </a:p>
        </p:txBody>
      </p:sp>
      <p:pic>
        <p:nvPicPr>
          <p:cNvPr id="4" name="Picture 3" descr="2025nianduyanshiwengaomoban3-dangjian-media_b6d97d05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25603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32020"/>
            <a:ext cx="5943600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汇报人：学生党支部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54867"/>
            <a:ext cx="82296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Microsoft YaHei"/>
              </a:rP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3005"/>
            <a:ext cx="4572000" cy="2828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日期：2026年3月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深入学习党的创新理论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完善支部制度与组织生活</a:t>
            </a:r>
          </a:p>
        </p:txBody>
      </p:sp>
      <p:pic>
        <p:nvPicPr>
          <p:cNvPr id="4" name="Picture 3" descr="2025nianduyanshiwengaomoban3-dangjian-media_037ff1321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25603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32020"/>
            <a:ext cx="5943600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00" b="0">
                <a:solidFill>
                  <a:srgbClr val="4472C4"/>
                </a:solidFill>
                <a:latin typeface="Microsoft YaHei"/>
              </a:rPr>
              <a:t>汇报人：学生党支部  日期：2026年3月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54867"/>
            <a:ext cx="8229600" cy="1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5nianduyanshiwengaomoban3-dangjian-media_631dbd0d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17220"/>
            <a:ext cx="8229600" cy="349758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25nianduyanshiwengaomoban5-kejizhuti-media_ac2274e5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11480"/>
            <a:ext cx="109728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85875"/>
            <a:ext cx="6583680" cy="617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4472C4"/>
                </a:solidFill>
                <a:latin typeface="Microsoft YaHei"/>
              </a:rP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0270"/>
            <a:ext cx="5029200" cy="7200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汇报人：学生党支部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Microsoft YaHei"/>
              </a:rPr>
              <a:t>日期：2026年3月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